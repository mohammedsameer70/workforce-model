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</p:sldIdLst>
  <p:sldSz cx="12192000" cy="6858000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426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431006" y="972592"/>
            <a:ext cx="4990623" cy="105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Workforce Planning &amp;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450" b="1" i="0" u="none" strike="noStrike" cap="non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Operational Analytics System</a:t>
            </a:r>
            <a:endParaRPr dirty="0"/>
          </a:p>
        </p:txBody>
      </p:sp>
      <p:sp>
        <p:nvSpPr>
          <p:cNvPr id="86" name="Google Shape;86;p13"/>
          <p:cNvSpPr/>
          <p:nvPr/>
        </p:nvSpPr>
        <p:spPr>
          <a:xfrm>
            <a:off x="5715000" y="3272730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548955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An Evaluation of Data-Driven Workforce Decision Making in E-Commerce Fulfilment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Centres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152650" y="4600277"/>
            <a:ext cx="30575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MSc Computer Science Project Proposal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591175" y="4600277"/>
            <a:ext cx="17811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Candidate: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Mohammed Sameer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7753350" y="4600277"/>
            <a:ext cx="2286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Supervisor</a:t>
            </a:r>
            <a:r>
              <a:rPr lang="en-US" sz="13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Neeli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khalid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97509"/>
            <a:ext cx="5191125" cy="2562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697509"/>
            <a:ext cx="5191125" cy="256264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104900" y="3177480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Dynamic Operations Challenge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104900" y="3625155"/>
            <a:ext cx="4505325" cy="134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E-commerce fulfilment operations experience severe, erratic workload shifts </a:t>
            </a:r>
            <a:r>
              <a:rPr lang="en-US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driven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by flash sales, intense seasonal promotions, and dynamic consumer purchasing behavior.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6581775" y="3040409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Risks of Spreadsheet-Planning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81775" y="3488084"/>
            <a:ext cx="4505325" cy="134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Overreliance on spreadsheet models and planner intuition </a:t>
            </a:r>
            <a:r>
              <a:rPr lang="en-US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frequently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triggers costly operational issues: excessive overstaffing overheads or severe understaffing that compromises core SLAs.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933450" y="571500"/>
            <a:ext cx="11021377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BACKGROUND &amp; PROBLEM STATEMENT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76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762000" y="2351782"/>
            <a:ext cx="10001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Aim: To design and evaluate an enterprise workforce planning platform integrating operational analytics, advanced performance reporting, and automated machine learning forecasts.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190625" y="3247132"/>
            <a:ext cx="4381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Literature: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Synthesize studies on capacity planning &amp; BI analytics.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381750" y="3247132"/>
            <a:ext cx="4381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Metrics: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Identify &amp; categorize key warehouse labor KPI definitions.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190625" y="3986212"/>
            <a:ext cx="4381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Spring Platform: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Develop a secure Spring Boot enterprise backend solution.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381750" y="3986212"/>
            <a:ext cx="4381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Forecasting: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Embed Python-driven predictive demand modeling modules.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190625" y="4725292"/>
            <a:ext cx="4381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Reporting: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Build modular PDF/Excel data export engines for operations teams.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381750" y="4725292"/>
            <a:ext cx="4381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Validation: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Run target simulations to evaluate forecasting accuracy benefits.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1984" y="3284837"/>
            <a:ext cx="219370" cy="347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0163" y="3274535"/>
            <a:ext cx="228599" cy="388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011654"/>
            <a:ext cx="228600" cy="347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0163" y="4029875"/>
            <a:ext cx="228598" cy="38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066" y="4735958"/>
            <a:ext cx="219370" cy="347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0163" y="4731660"/>
            <a:ext cx="228598" cy="38863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933450" y="571500"/>
            <a:ext cx="11021377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AIM &amp; OBJECTIVES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14" y="-16968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933450" y="571500"/>
            <a:ext cx="5420677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LITERATURE &amp; RESEARCH GAP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762000" y="133915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Target Areas of Investigation</a:t>
            </a:r>
            <a:endParaRPr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719909" y="1861591"/>
            <a:ext cx="4237012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Workforce Planning: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Focused on shift scheduling algorithms, flexible resource leveling, and automated workload capacity models.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719908" y="2930402"/>
            <a:ext cx="4237012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Operational Analytics: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Exploring real-time KPIs, historical patterns, and performance metrics dashboards.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719908" y="3978362"/>
            <a:ext cx="4256848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Gap: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Most math-heavy studies ignore end-user software integration. This project implements a unified interface bridging prediction engines to management dashboards.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4E2E7A-088C-F3CB-F01E-5D93A76A7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749" y="1247030"/>
            <a:ext cx="7008837" cy="5039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22202"/>
            <a:ext cx="33971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275" y="2622202"/>
            <a:ext cx="339729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0" y="2622202"/>
            <a:ext cx="33971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1057275" y="3527077"/>
            <a:ext cx="161020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Primary Query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057275" y="3936652"/>
            <a:ext cx="28066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How can operational dashboards improve workforce utilization decisions in dynamic environments?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4692550" y="3527077"/>
            <a:ext cx="131016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Metrics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4692550" y="3936652"/>
            <a:ext cx="2806749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What specific real-time operational data patterns influence labor planning efficiency?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327975" y="3527077"/>
            <a:ext cx="162020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ML Advantage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327975" y="3936652"/>
            <a:ext cx="28066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Can basic predictive regression outperform historical manual estimates in real-world scenarios?</a:t>
            </a:r>
            <a:endParaRPr/>
          </a:p>
        </p:txBody>
      </p:sp>
      <p:pic>
        <p:nvPicPr>
          <p:cNvPr id="150" name="Google Shape;15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296510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550" y="296510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7975" y="296510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933450" y="571500"/>
            <a:ext cx="11021377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 RESEARCH QUESTIONS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/>
          <p:nvPr/>
        </p:nvSpPr>
        <p:spPr>
          <a:xfrm>
            <a:off x="762000" y="3793777"/>
            <a:ext cx="10668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713995" y="4050952"/>
            <a:ext cx="201618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1. Collection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762000" y="4355752"/>
            <a:ext cx="192018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Assemble shift datasets and order transaction histories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2900875" y="2896641"/>
            <a:ext cx="201618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2. Analysis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2948880" y="3201441"/>
            <a:ext cx="192018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Conduct EDA to uncover workload patterns</a:t>
            </a:r>
            <a:endParaRPr dirty="0"/>
          </a:p>
        </p:txBody>
      </p:sp>
      <p:sp>
        <p:nvSpPr>
          <p:cNvPr id="165" name="Google Shape;165;p18"/>
          <p:cNvSpPr txBox="1"/>
          <p:nvPr/>
        </p:nvSpPr>
        <p:spPr>
          <a:xfrm>
            <a:off x="5087756" y="4050952"/>
            <a:ext cx="201618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3. Modeling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135760" y="4355752"/>
            <a:ext cx="192018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Train and tune ML demand forecast modules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274636" y="2896641"/>
            <a:ext cx="201618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4. Code Dev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322641" y="3201441"/>
            <a:ext cx="192018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Construct Spring Boot REST APIs and user dashboards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461517" y="4050952"/>
            <a:ext cx="201618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5. Testing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509521" y="4355752"/>
            <a:ext cx="192018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Assess end-to-end prediction correctness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1645890" y="373662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832770" y="373662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6019651" y="373662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8206531" y="373662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10393412" y="373662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933450" y="571500"/>
            <a:ext cx="11021377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METHODOLOGY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68" y="-14343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3077"/>
            <a:ext cx="50958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762000" y="2253704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Platform Tech Stack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762000" y="2720429"/>
            <a:ext cx="50958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Frontend: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Modern responsive interface built on </a:t>
            </a:r>
            <a:r>
              <a:rPr lang="en-US" sz="135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vue.js</a:t>
            </a:r>
            <a:endParaRPr dirty="0"/>
          </a:p>
        </p:txBody>
      </p:sp>
      <p:sp>
        <p:nvSpPr>
          <p:cNvPr id="186" name="Google Shape;186;p19"/>
          <p:cNvSpPr txBox="1"/>
          <p:nvPr/>
        </p:nvSpPr>
        <p:spPr>
          <a:xfrm>
            <a:off x="761999" y="3154710"/>
            <a:ext cx="5095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Backend: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REST API service powered by Spring Boot, controlling authentication and shift routing.</a:t>
            </a:r>
            <a:endParaRPr dirty="0"/>
          </a:p>
        </p:txBody>
      </p:sp>
      <p:sp>
        <p:nvSpPr>
          <p:cNvPr id="187" name="Google Shape;187;p19"/>
          <p:cNvSpPr txBox="1"/>
          <p:nvPr/>
        </p:nvSpPr>
        <p:spPr>
          <a:xfrm>
            <a:off x="761999" y="3871094"/>
            <a:ext cx="5095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Database: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Relational PostgreSQL storage managing system records, schedules, and analytics.</a:t>
            </a:r>
            <a:endParaRPr dirty="0"/>
          </a:p>
        </p:txBody>
      </p:sp>
      <p:sp>
        <p:nvSpPr>
          <p:cNvPr id="188" name="Google Shape;188;p19"/>
          <p:cNvSpPr txBox="1"/>
          <p:nvPr/>
        </p:nvSpPr>
        <p:spPr>
          <a:xfrm>
            <a:off x="761999" y="4587478"/>
            <a:ext cx="5095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Forecasting: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Python service executing regression algorithms for automated demand calculations.</a:t>
            </a:r>
            <a:endParaRPr dirty="0"/>
          </a:p>
        </p:txBody>
      </p:sp>
      <p:pic>
        <p:nvPicPr>
          <p:cNvPr id="189" name="Google Shape;18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12602"/>
            <a:ext cx="50768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933450" y="571500"/>
            <a:ext cx="11021377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22339"/>
            <a:ext cx="5191125" cy="3268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522339"/>
            <a:ext cx="5191125" cy="326886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1104900" y="2865239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Defined Security Roles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1104900" y="3312914"/>
            <a:ext cx="4505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Admin: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Oversees platform configurations &amp; system settings.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1104900" y="3632894"/>
            <a:ext cx="45053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Ops Manager: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Monitors real-time KPIs and approves scheduling requests.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1104900" y="4196655"/>
            <a:ext cx="4505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WP Planner: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Schedules shift windows &amp; handles labor requirements.</a:t>
            </a:r>
            <a:endParaRPr dirty="0"/>
          </a:p>
        </p:txBody>
      </p:sp>
      <p:sp>
        <p:nvSpPr>
          <p:cNvPr id="203" name="Google Shape;203;p20"/>
          <p:cNvSpPr txBox="1"/>
          <p:nvPr/>
        </p:nvSpPr>
        <p:spPr>
          <a:xfrm>
            <a:off x="1104899" y="4829473"/>
            <a:ext cx="4505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Analyst: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Reviews historical trends and exports monthly cost reviews.</a:t>
            </a:r>
            <a:endParaRPr dirty="0"/>
          </a:p>
        </p:txBody>
      </p:sp>
      <p:sp>
        <p:nvSpPr>
          <p:cNvPr id="204" name="Google Shape;204;p20"/>
          <p:cNvSpPr txBox="1"/>
          <p:nvPr/>
        </p:nvSpPr>
        <p:spPr>
          <a:xfrm>
            <a:off x="6581775" y="2987129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Underlying Modules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581775" y="3434804"/>
            <a:ext cx="4505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Authentication: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Secure JWT flow containing role authorizations.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581775" y="3754784"/>
            <a:ext cx="4505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Employee Registry: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Individual availability and core skillset matching.</a:t>
            </a:r>
            <a:endParaRPr dirty="0"/>
          </a:p>
        </p:txBody>
      </p:sp>
      <p:sp>
        <p:nvSpPr>
          <p:cNvPr id="207" name="Google Shape;207;p20"/>
          <p:cNvSpPr txBox="1"/>
          <p:nvPr/>
        </p:nvSpPr>
        <p:spPr>
          <a:xfrm>
            <a:off x="6581773" y="4395193"/>
            <a:ext cx="4505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Shift Engine: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Interactive planners allocating resources seamlessly.</a:t>
            </a:r>
            <a:endParaRPr dirty="0"/>
          </a:p>
        </p:txBody>
      </p:sp>
      <p:sp>
        <p:nvSpPr>
          <p:cNvPr id="208" name="Google Shape;208;p20"/>
          <p:cNvSpPr txBox="1"/>
          <p:nvPr/>
        </p:nvSpPr>
        <p:spPr>
          <a:xfrm>
            <a:off x="6581773" y="4761524"/>
            <a:ext cx="4505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Reporting Core: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Modular PDF and XLSX output generation routines.</a:t>
            </a:r>
            <a:endParaRPr dirty="0"/>
          </a:p>
        </p:txBody>
      </p:sp>
      <p:sp>
        <p:nvSpPr>
          <p:cNvPr id="209" name="Google Shape;209;p20"/>
          <p:cNvSpPr txBox="1"/>
          <p:nvPr/>
        </p:nvSpPr>
        <p:spPr>
          <a:xfrm>
            <a:off x="933450" y="571500"/>
            <a:ext cx="11021377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MODULES &amp; USER ROLES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0687" y="2193577"/>
            <a:ext cx="32385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6334125" y="2506116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Anticipated Discoveries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334124" y="2898835"/>
            <a:ext cx="50958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Evaluation Model: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Provides direct comparison data detailing efficiency shifts transitioning from legacy planners to real-time analytics dashboards.</a:t>
            </a:r>
            <a:endParaRPr dirty="0"/>
          </a:p>
        </p:txBody>
      </p:sp>
      <p:sp>
        <p:nvSpPr>
          <p:cNvPr id="237" name="Google Shape;237;p23"/>
          <p:cNvSpPr txBox="1"/>
          <p:nvPr/>
        </p:nvSpPr>
        <p:spPr>
          <a:xfrm>
            <a:off x="6334125" y="3906033"/>
            <a:ext cx="50958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Integration Framework: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Offers a structured, reproducible implementation model joining core Spring databases with isolated Python machine learning environments.</a:t>
            </a:r>
            <a:endParaRPr dirty="0"/>
          </a:p>
        </p:txBody>
      </p:sp>
      <p:sp>
        <p:nvSpPr>
          <p:cNvPr id="238" name="Google Shape;238;p23"/>
          <p:cNvSpPr txBox="1"/>
          <p:nvPr/>
        </p:nvSpPr>
        <p:spPr>
          <a:xfrm>
            <a:off x="6334123" y="4913231"/>
            <a:ext cx="5095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Recommendations: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Establishes concrete logistics operational policies for dealing with unpredictable holiday scale changes.</a:t>
            </a:r>
            <a:endParaRPr dirty="0"/>
          </a:p>
        </p:txBody>
      </p:sp>
      <p:pic>
        <p:nvPicPr>
          <p:cNvPr id="239" name="Google Shape;23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28787" y="2231677"/>
            <a:ext cx="316230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933450" y="571500"/>
            <a:ext cx="11021377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CONTRIBUTIONS</a:t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339155"/>
            <a:ext cx="10668000" cy="494734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762000" y="5405437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Thank you. Questions are welcomed.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933450" y="571500"/>
            <a:ext cx="11021377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PROPOSAL SUMMARY &amp; FOCUS</a:t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564</Words>
  <Application>Microsoft Office PowerPoint</Application>
  <PresentationFormat>Widescreen</PresentationFormat>
  <Paragraphs>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Poppins</vt:lpstr>
      <vt:lpstr>Calibri</vt:lpstr>
      <vt:lpstr>Arial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muhammad shadeel</dc:creator>
  <cp:lastModifiedBy>muhammad shadeel</cp:lastModifiedBy>
  <cp:revision>3</cp:revision>
  <dcterms:modified xsi:type="dcterms:W3CDTF">2026-06-01T19:03:21Z</dcterms:modified>
</cp:coreProperties>
</file>